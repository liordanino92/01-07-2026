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9"/>
  </p:notesMasterIdLst>
  <p:sldIdLst>
    <p:sldId id="285" r:id="rId2"/>
    <p:sldId id="256" r:id="rId3"/>
    <p:sldId id="273" r:id="rId4"/>
    <p:sldId id="274" r:id="rId5"/>
    <p:sldId id="286" r:id="rId6"/>
    <p:sldId id="287" r:id="rId7"/>
    <p:sldId id="288" r:id="rId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4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gail Paradise Vit" userId="b5c88787-ac39-4cf8-9cdf-7ea2fa6425ae" providerId="ADAL" clId="{354BB0E8-4C5C-472F-AA48-DB2D24110844}"/>
    <pc:docChg chg="delSld">
      <pc:chgData name="Abigail Paradise Vit" userId="b5c88787-ac39-4cf8-9cdf-7ea2fa6425ae" providerId="ADAL" clId="{354BB0E8-4C5C-472F-AA48-DB2D24110844}" dt="2026-03-28T18:18:02.328" v="5" actId="47"/>
      <pc:docMkLst>
        <pc:docMk/>
      </pc:docMkLst>
      <pc:sldChg chg="del">
        <pc:chgData name="Abigail Paradise Vit" userId="b5c88787-ac39-4cf8-9cdf-7ea2fa6425ae" providerId="ADAL" clId="{354BB0E8-4C5C-472F-AA48-DB2D24110844}" dt="2026-03-28T18:18:00.475" v="4" actId="47"/>
        <pc:sldMkLst>
          <pc:docMk/>
          <pc:sldMk cId="396264127" sldId="289"/>
        </pc:sldMkLst>
      </pc:sldChg>
      <pc:sldChg chg="del">
        <pc:chgData name="Abigail Paradise Vit" userId="b5c88787-ac39-4cf8-9cdf-7ea2fa6425ae" providerId="ADAL" clId="{354BB0E8-4C5C-472F-AA48-DB2D24110844}" dt="2026-03-28T18:17:56.057" v="2" actId="47"/>
        <pc:sldMkLst>
          <pc:docMk/>
          <pc:sldMk cId="3213781427" sldId="290"/>
        </pc:sldMkLst>
      </pc:sldChg>
      <pc:sldChg chg="del">
        <pc:chgData name="Abigail Paradise Vit" userId="b5c88787-ac39-4cf8-9cdf-7ea2fa6425ae" providerId="ADAL" clId="{354BB0E8-4C5C-472F-AA48-DB2D24110844}" dt="2026-03-28T18:17:55.303" v="1" actId="47"/>
        <pc:sldMkLst>
          <pc:docMk/>
          <pc:sldMk cId="3165521834" sldId="291"/>
        </pc:sldMkLst>
      </pc:sldChg>
      <pc:sldChg chg="del">
        <pc:chgData name="Abigail Paradise Vit" userId="b5c88787-ac39-4cf8-9cdf-7ea2fa6425ae" providerId="ADAL" clId="{354BB0E8-4C5C-472F-AA48-DB2D24110844}" dt="2026-03-28T18:17:54.618" v="0" actId="47"/>
        <pc:sldMkLst>
          <pc:docMk/>
          <pc:sldMk cId="3264435697" sldId="292"/>
        </pc:sldMkLst>
      </pc:sldChg>
      <pc:sldChg chg="del">
        <pc:chgData name="Abigail Paradise Vit" userId="b5c88787-ac39-4cf8-9cdf-7ea2fa6425ae" providerId="ADAL" clId="{354BB0E8-4C5C-472F-AA48-DB2D24110844}" dt="2026-03-28T18:18:02.328" v="5" actId="47"/>
        <pc:sldMkLst>
          <pc:docMk/>
          <pc:sldMk cId="516692937" sldId="293"/>
        </pc:sldMkLst>
      </pc:sldChg>
      <pc:sldChg chg="del">
        <pc:chgData name="Abigail Paradise Vit" userId="b5c88787-ac39-4cf8-9cdf-7ea2fa6425ae" providerId="ADAL" clId="{354BB0E8-4C5C-472F-AA48-DB2D24110844}" dt="2026-03-28T18:17:58.626" v="3" actId="47"/>
        <pc:sldMkLst>
          <pc:docMk/>
          <pc:sldMk cId="2875129152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B21EF43-CE40-446A-9029-77E58A846E74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9D631C1-6CE2-4331-B305-99BCBE10865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899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22FF8F-D300-3CF0-2FAB-0103C92A0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7B982E5-12B0-9A02-13E2-88AF7DD79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91C64A7-66A1-A30C-06C5-278525F1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55EB7B4-179D-49E2-5C13-0D38010B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D2D9068-06F7-3086-592C-1D417DC3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4395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313F51-E1C3-446F-1872-A69B92600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DCC8B75-6BE6-D83C-CE53-F38658860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EA1843F-E1C0-DA92-64C4-DC3602EB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F9802B4-D1CB-A65C-8730-E2C215F4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70612BC-3AE8-C37A-2364-2F9C08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4044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528C07-5DD0-F971-3A39-A9D7570C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C243B99-919F-2C0D-65A4-126449D2C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9CE3548-9563-F084-A6F5-3C6A0BC5B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A861561-F41F-8FE5-5788-29EED152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41E1BEC-E6E5-14F8-C805-0148FED85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351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0E85B1-736E-EC3F-4EC6-38775A20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441A192-EA65-5DA0-0A73-1A993A447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AB7F161-AE84-2FC0-E828-829E678C6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9A3AF66-27B2-C9F0-2C64-80844F349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B6F9931-B0B9-B2A4-B17B-53A73C58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522FCDC-1AD2-590A-769B-3EB986ED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179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6E930BB-287C-7BE1-CE46-172F8DD2B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FDA6254-3C0E-1685-F32D-E417E5799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FB1231C-4EA3-4484-A59F-9DDE49B20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1773AD4-1CAE-4247-3D63-9B28D8026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973F42B-2ABD-75DF-C1D0-BC507A756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52A14DC-BE9B-BF5F-E3BC-40C012BC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4C3D0EE-9148-E8B7-6029-D28DC80D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5616685-FA65-0FA9-78E5-BCA1698E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634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EC2707-5DEC-47F7-8C75-30AEB354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D07F538-CC13-BB71-FF23-AC04EBB3D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7C46C97-DFEF-B7FF-DAE0-3A519FE7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1CDD041-2996-E416-4B74-4A825F06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007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8365FF1-BF66-E94C-9A94-5CCF5D4C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4590007-3163-6CDD-D04F-ACE2FA9F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7AF4674-1ECC-D257-8D7A-879AC0AD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938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F90E4F-5578-7457-59A5-608DA811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6988DD8-B58E-CC2C-4B5D-F17D15EF5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70F9D8B-7BB8-69B7-C453-8A0B55CB1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3A25321-2486-7B01-B2BB-0D126B65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AA4CA84-5FEE-2FDB-FEB4-51DF68CA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F3AE352-8FA8-3EB7-998D-CDBE7552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129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C85969F-D829-B52E-E722-DA1345B7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FB5B2E3B-5179-7C43-D22F-311C976B1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77AFEBA-1CEC-9F97-4C3C-1237BDE7D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B161DFC-85C6-A64C-5A26-1937B418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0D63710-D8AA-19D0-2AFE-E3AAFF0E8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ED4DC3C-BF07-761F-6F70-CDBE3D91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792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206721-57CF-50E3-6366-B1FA04E4C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69098C8-D794-7347-55D4-657DD5651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0717EE8-6794-59E7-78A9-8E4DCC1D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7093B2-6D97-5757-F771-105045A3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0206C6E-2236-7721-46C1-2462E8D4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08650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BB6BF67-AC0E-E43D-19B6-DF2F032D4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F96587A-74F3-F44E-12FE-D6CFEDACF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02378C7-B3B7-3A4D-EB87-A174D70D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D7F0E4E-5394-93B7-C3F9-830C067A2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EDE6341-BB96-3D58-628A-DE88004D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701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985D517-2B33-E5B1-9460-4034C2B85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47BA61A-78D2-5387-4CC0-AB226030A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40E19F7-7527-2FA5-5178-188051FF6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04BBC-DEC2-4370-B778-0FB22BD334C9}" type="datetimeFigureOut">
              <a:rPr lang="he-IL" smtClean="0"/>
              <a:t>י'/ניסן/תשפ"ו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9C8E9FF-3DD8-2C4F-482F-F0B7DBB8E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2DFDC26-0386-F56C-BABE-7A0DEA289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D33DF-9A8A-403B-8184-F9449E93A8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98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3ED92A2-7CEC-BD53-CA87-47A0CEE7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e-IL" sz="4800">
                <a:solidFill>
                  <a:srgbClr val="FFFFFF"/>
                </a:solidFill>
              </a:rPr>
              <a:t>מרכיבי הציון</a:t>
            </a:r>
          </a:p>
        </p:txBody>
      </p:sp>
    </p:spTree>
    <p:extLst>
      <p:ext uri="{BB962C8B-B14F-4D97-AF65-F5344CB8AC3E}">
        <p14:creationId xmlns:p14="http://schemas.microsoft.com/office/powerpoint/2010/main" val="1470642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מסמ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D7C6B0E-4D0F-556D-9517-F48704547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87" y="762000"/>
            <a:ext cx="9115425" cy="5334000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B4634EE2-49EB-1ED0-B35D-C84CBDD218BD}"/>
              </a:ext>
            </a:extLst>
          </p:cNvPr>
          <p:cNvSpPr/>
          <p:nvPr/>
        </p:nvSpPr>
        <p:spPr>
          <a:xfrm>
            <a:off x="9923929" y="1033670"/>
            <a:ext cx="508182" cy="4134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03186"/>
            <a:ext cx="10994760" cy="1018033"/>
          </a:xfrm>
        </p:spPr>
        <p:txBody>
          <a:bodyPr>
            <a:noAutofit/>
          </a:bodyPr>
          <a:lstStyle/>
          <a:p>
            <a:pPr rtl="1"/>
            <a:r>
              <a:rPr lang="he-IL" sz="6133" dirty="0"/>
              <a:t>מרכיבי הציון – מדעי הנתונים</a:t>
            </a:r>
            <a:endParaRPr lang="en-US" sz="6133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E9D7FF5-2DDF-2E46-B341-381582C7DD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923"/>
          <a:stretch>
            <a:fillRect/>
          </a:stretch>
        </p:blipFill>
        <p:spPr>
          <a:xfrm>
            <a:off x="2069752" y="2231333"/>
            <a:ext cx="8213860" cy="398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50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8C02-2FA9-A9C8-D46C-C42E9E0A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4AE9-C384-FA3A-B0C2-FDE0A8341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503186"/>
            <a:ext cx="10994760" cy="1018033"/>
          </a:xfrm>
        </p:spPr>
        <p:txBody>
          <a:bodyPr>
            <a:noAutofit/>
          </a:bodyPr>
          <a:lstStyle/>
          <a:p>
            <a:pPr rtl="1"/>
            <a:r>
              <a:rPr lang="he-IL" sz="6133" dirty="0"/>
              <a:t>מרכיבי הציון – טכנולוגיה</a:t>
            </a:r>
            <a:endParaRPr lang="en-US" sz="6133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F73DF747-636A-4B61-5135-1602F9CC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101" y="2523771"/>
            <a:ext cx="8542330" cy="267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57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A61B69-CCB3-ABBE-2403-797F6944F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הנחיות לשימוש ב־</a:t>
            </a:r>
            <a:r>
              <a:rPr lang="en-US" dirty="0"/>
              <a:t>AI </a:t>
            </a:r>
            <a:r>
              <a:rPr lang="he-IL" dirty="0"/>
              <a:t> בפרויקט הגמר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F9F7F3D-EE15-B846-C971-C15046CD8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השימוש בכלי </a:t>
            </a:r>
            <a:r>
              <a:rPr lang="en-US" dirty="0"/>
              <a:t> AI </a:t>
            </a:r>
            <a:r>
              <a:rPr lang="he-IL" dirty="0"/>
              <a:t>מותר ואף מומלץ, כל עוד הוא מבוצע באופן אחראי, מושכל ובליווי הבנה מלאה של התוצרים.</a:t>
            </a:r>
          </a:p>
          <a:p>
            <a:r>
              <a:rPr lang="he-IL" dirty="0"/>
              <a:t>להיעזר ב־</a:t>
            </a:r>
            <a:r>
              <a:rPr lang="en-US" dirty="0"/>
              <a:t> AI </a:t>
            </a:r>
            <a:r>
              <a:rPr lang="he-IL" dirty="0"/>
              <a:t>ככלי תומך</a:t>
            </a:r>
          </a:p>
          <a:p>
            <a:r>
              <a:rPr lang="he-IL" dirty="0"/>
              <a:t>לא כמחליף לחשיבה, הבנה ויישום.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9672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9AD683-2BA6-7F7F-3906-D145DBF3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מה חובה לוודא?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7F1CAB7-EF78-8467-D923-F15B6FC8B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b="1" dirty="0">
                <a:solidFill>
                  <a:srgbClr val="FF0000"/>
                </a:solidFill>
              </a:rPr>
              <a:t>ביצעתם עריכה של התוצרים</a:t>
            </a:r>
            <a:r>
              <a:rPr lang="he-IL" b="1" dirty="0"/>
              <a:t>:</a:t>
            </a:r>
            <a:br>
              <a:rPr lang="he-IL" dirty="0"/>
            </a:br>
            <a:r>
              <a:rPr lang="he-IL" dirty="0"/>
              <a:t>אין להגיש טקסט/קוד שנוצר על ידי </a:t>
            </a:r>
            <a:r>
              <a:rPr lang="en-US" dirty="0"/>
              <a:t>AI </a:t>
            </a:r>
            <a:r>
              <a:rPr lang="he-IL" dirty="0"/>
              <a:t> כפי שהוא. יש לערוך, לשפר, להתאים </a:t>
            </a:r>
          </a:p>
          <a:p>
            <a:r>
              <a:rPr lang="he-IL" b="1" dirty="0" err="1">
                <a:solidFill>
                  <a:schemeClr val="accent2"/>
                </a:solidFill>
              </a:rPr>
              <a:t>הכל</a:t>
            </a:r>
            <a:r>
              <a:rPr lang="he-IL" b="1" dirty="0">
                <a:solidFill>
                  <a:schemeClr val="accent2"/>
                </a:solidFill>
              </a:rPr>
              <a:t> מובן לכם באופן מלא</a:t>
            </a:r>
            <a:r>
              <a:rPr lang="he-IL" b="1" dirty="0"/>
              <a:t>:</a:t>
            </a:r>
            <a:br>
              <a:rPr lang="he-IL" dirty="0"/>
            </a:br>
            <a:r>
              <a:rPr lang="he-IL" dirty="0"/>
              <a:t>אתם אחראים להבין </a:t>
            </a:r>
            <a:r>
              <a:rPr lang="he-IL" i="1" dirty="0"/>
              <a:t>כל מילה</a:t>
            </a:r>
            <a:r>
              <a:rPr lang="he-IL" dirty="0"/>
              <a:t> וכל שורת קוד בפרויקט.</a:t>
            </a:r>
            <a:br>
              <a:rPr lang="he-IL" dirty="0"/>
            </a:br>
            <a:r>
              <a:rPr lang="he-IL" dirty="0"/>
              <a:t>לא ניתן להישען על תוצרים שאינכם מבינים או יודעים להסביר.</a:t>
            </a:r>
          </a:p>
          <a:p>
            <a:r>
              <a:rPr lang="he-IL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רק מידע ורעיונות רלוונטיים לפרויקט שלכם:</a:t>
            </a:r>
            <a:br>
              <a:rPr lang="he-IL" dirty="0"/>
            </a:br>
            <a:r>
              <a:rPr lang="he-IL" dirty="0"/>
              <a:t>אין להעתיק חלקים שאינם קשורים ישירות לנושא</a:t>
            </a:r>
          </a:p>
          <a:p>
            <a:r>
              <a:rPr lang="he-IL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ווידאתם שהמידע נכון ואמין</a:t>
            </a:r>
            <a:r>
              <a:rPr lang="he-IL" b="1" dirty="0"/>
              <a:t>:</a:t>
            </a:r>
            <a:br>
              <a:rPr lang="he-IL" dirty="0"/>
            </a:br>
            <a:r>
              <a:rPr lang="en-US" dirty="0"/>
              <a:t> AI </a:t>
            </a:r>
            <a:r>
              <a:rPr lang="he-IL" dirty="0"/>
              <a:t>עלול לייצר טעויות, מידע מופרך או קוד שגוי.</a:t>
            </a:r>
            <a:br>
              <a:rPr lang="he-IL" dirty="0"/>
            </a:br>
            <a:r>
              <a:rPr lang="he-IL" dirty="0"/>
              <a:t>עליכם לבדוק כל נתון, כל הסבר וכל תוצאה מול מקורות אמינים או בדיקות מעשיות.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8431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2BA7B8-DDDD-BD9F-AF98-49E25FFA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דוח או תוצר כלשהו שיועתקו כמו שהם מ</a:t>
            </a:r>
            <a:r>
              <a:rPr lang="en-US" dirty="0"/>
              <a:t>ai</a:t>
            </a:r>
            <a:r>
              <a:rPr lang="he-IL" dirty="0"/>
              <a:t> יובילו לכישלון הסטודנטים בפרויקט הגמר.</a:t>
            </a:r>
          </a:p>
        </p:txBody>
      </p:sp>
    </p:spTree>
    <p:extLst>
      <p:ext uri="{BB962C8B-B14F-4D97-AF65-F5344CB8AC3E}">
        <p14:creationId xmlns:p14="http://schemas.microsoft.com/office/powerpoint/2010/main" val="73124680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3464</TotalTime>
  <Words>174</Words>
  <Application>Microsoft Office PowerPoint</Application>
  <PresentationFormat>מסך רחב</PresentationFormat>
  <Paragraphs>13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ערכת נושא Office</vt:lpstr>
      <vt:lpstr>מרכיבי הציון</vt:lpstr>
      <vt:lpstr>מצגת של PowerPoint‏</vt:lpstr>
      <vt:lpstr>מרכיבי הציון – מדעי הנתונים</vt:lpstr>
      <vt:lpstr>מרכיבי הציון – טכנולוגיה</vt:lpstr>
      <vt:lpstr>הנחיות לשימוש ב־AI  בפרויקט הגמר</vt:lpstr>
      <vt:lpstr>מה חובה לוודא?</vt:lpstr>
      <vt:lpstr>דוח או תוצר כלשהו שיועתקו כמו שהם מai יובילו לכישלון הסטודנטים בפרויקט הגמר.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Abigail Paradise Vit</dc:creator>
  <cp:lastModifiedBy>Abigail Paradise Vit</cp:lastModifiedBy>
  <cp:revision>2</cp:revision>
  <dcterms:created xsi:type="dcterms:W3CDTF">2025-12-08T07:52:00Z</dcterms:created>
  <dcterms:modified xsi:type="dcterms:W3CDTF">2026-03-28T18:18:03Z</dcterms:modified>
</cp:coreProperties>
</file>